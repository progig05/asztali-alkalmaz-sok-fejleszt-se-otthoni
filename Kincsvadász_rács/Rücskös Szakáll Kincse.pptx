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0C3649-5A6B-F9A9-A4EB-11E9C9AEC8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FC9C8F8-8529-2CCB-F642-BAB6FD56C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0448B91-C734-8D23-D26B-C83ECAD20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FAEB-C23F-4A9C-AEDC-CE7CC8DFB93C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C813BB5-4387-638F-BEE1-B8822474D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8D6FC48-C2CA-4BAD-E671-4F00EF784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0EF4-ACD6-43DD-8898-67EE23C2648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8696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82826C-B694-4F80-BEA4-E7A0455F2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C02F82E-DE81-DAB0-8796-F6B69F1E2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06B329C-EBDD-5BA7-5084-C6B1B0F1A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FAEB-C23F-4A9C-AEDC-CE7CC8DFB93C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000ED4C-ACE6-FA83-63D6-D09A0003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94C0AE0-135D-3BC6-D3D9-89471952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0EF4-ACD6-43DD-8898-67EE23C2648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1838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23F35D-5668-67E1-854E-4E46C3CB0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4A583B2-FE05-AE83-0943-C7B412C28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6FFAF01-969C-4852-6EE4-379EA5779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FAEB-C23F-4A9C-AEDC-CE7CC8DFB93C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44E4E82-1CAE-1900-4031-BD9FEC2A9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F8B9FB4-A556-17A2-6D6B-ED38FB3B1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0EF4-ACD6-43DD-8898-67EE23C2648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1325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EB5F62-3A29-B8CA-DA6A-E87FA6F56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E0EBF1C-2920-98C1-DDFB-EB5EBE0419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8F4D746-24AA-0FB8-C1F3-A979DC0C3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AEBEC33-66C9-DB17-D25F-42AD66AC2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FAEB-C23F-4A9C-AEDC-CE7CC8DFB93C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8280145-6809-07B2-1AAE-D0E07A9D5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73BAEF8-503E-AC7A-2CC7-6CDFF409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0EF4-ACD6-43DD-8898-67EE23C2648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2946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96ABBAD-7ACB-DEAA-043A-159331F17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832549E-AF75-D5DC-7D6F-E706C08F1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5EA4E57-6454-E06B-725D-3413659A1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57CBE334-102B-14F2-03D9-DCC5CF8AE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B6B9854D-D407-D4A0-4C02-47C9A640DD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AAE159D-3C64-576D-D464-B7B69D67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FAEB-C23F-4A9C-AEDC-CE7CC8DFB93C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61D1B9F0-BDA6-EF19-A40B-5958A8626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E5B5F170-1041-B200-FC23-EDC2F3E0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0EF4-ACD6-43DD-8898-67EE23C2648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2671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56CBE7-9674-6458-3048-8F0027968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E6160BB-A25C-E0CF-0AD7-32518443B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FAEB-C23F-4A9C-AEDC-CE7CC8DFB93C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10A6FDF-5667-53C3-F31E-A4315E6E4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766E373-4721-09D9-6051-53B812B7E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0EF4-ACD6-43DD-8898-67EE23C2648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18737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79A0E557-A676-C274-F77D-DA7E9255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FAEB-C23F-4A9C-AEDC-CE7CC8DFB93C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ED603000-29D4-9E3A-39F9-8DBA5F0FF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CCD058F-2707-4391-229A-2B3DE7C3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0EF4-ACD6-43DD-8898-67EE23C2648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7406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276969-BC17-0470-AC20-5B301928C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D8100E-A886-4724-8F0E-7D79D25D6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4A783F2-8991-FD69-B145-3882D976C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78F44A3-F5C3-477B-B795-82B5046CF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FAEB-C23F-4A9C-AEDC-CE7CC8DFB93C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AE065F4-AF41-9062-5EBE-FAEFD6E50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5E18C92-DABC-EDAE-2CCA-318B5141E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0EF4-ACD6-43DD-8898-67EE23C2648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8652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A9FF25A-2350-B6BD-1069-18764A5BE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17E52055-83A8-6D08-A60A-0B96223BF1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903CE7D-4732-C752-BC6D-30031A830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2FC894A-049F-050D-6A04-56DB3F84F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FAEB-C23F-4A9C-AEDC-CE7CC8DFB93C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A4F0A5B-06D3-3FD0-3736-2FD9FD208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C11E245-7122-6382-24A1-04D6FE643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0EF4-ACD6-43DD-8898-67EE23C2648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3588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08F79D4-73C3-835C-38F6-E10E4AA0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24719CB-1EFD-A49E-6A14-1DD0F9161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DE70166-6959-4916-FDCF-D45BFDD9E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FAEB-C23F-4A9C-AEDC-CE7CC8DFB93C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F54D50C-17E8-9785-4E40-577ABD8E4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F056EEB-D382-5441-191F-720AD1CB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0EF4-ACD6-43DD-8898-67EE23C2648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3031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42F921DA-0AF0-403B-465D-700B754296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B4DAC80-CBED-9D4C-48C1-69679D627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318CDCC-B350-857E-957C-6A864CDC8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FAEB-C23F-4A9C-AEDC-CE7CC8DFB93C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A7170C4-D614-8E9C-A1AC-D8620310A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E1AC2A2-C63F-0F83-3054-2515A4F30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0EF4-ACD6-43DD-8898-67EE23C2648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5889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AC7A8E48-34C1-19BB-3772-8BC6A7EB7E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helye 1">
            <a:extLst>
              <a:ext uri="{FF2B5EF4-FFF2-40B4-BE49-F238E27FC236}">
                <a16:creationId xmlns:a16="http://schemas.microsoft.com/office/drawing/2014/main" id="{113EEDC4-9558-4B9E-0B40-DC323A5E6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17CA3B4-9632-30B9-D3DE-E218170E8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0BAC485-FE4C-7DB9-6DDD-B8F3EC4739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0FAEB-C23F-4A9C-AEDC-CE7CC8DFB93C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D55EF80-94CB-7C66-946E-E6420B529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11BA62A-0A62-D670-92BF-EF1F1ACCF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810EF4-ACD6-43DD-8898-67EE23C2648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406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Narkisim" panose="020E0502050101010101" pitchFamily="34" charset="-79"/>
          <a:ea typeface="+mj-ea"/>
          <a:cs typeface="Narkisim" panose="020E0502050101010101" pitchFamily="34" charset="-79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Narkisim" panose="020F0502020204030204" pitchFamily="34" charset="-79"/>
          <a:ea typeface="+mn-ea"/>
          <a:cs typeface="Narkisim" panose="020F0502020204030204" pitchFamily="34" charset="-79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Narkisim" panose="020F0502020204030204" pitchFamily="34" charset="-79"/>
          <a:ea typeface="+mn-ea"/>
          <a:cs typeface="Narkisim" panose="020F0502020204030204" pitchFamily="34" charset="-79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Narkisim" panose="020F0502020204030204" pitchFamily="34" charset="-79"/>
          <a:ea typeface="+mn-ea"/>
          <a:cs typeface="Narkisim" panose="020F0502020204030204" pitchFamily="34" charset="-79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Narkisim" panose="020F0502020204030204" pitchFamily="34" charset="-79"/>
          <a:ea typeface="+mn-ea"/>
          <a:cs typeface="Narkisim" panose="020F0502020204030204" pitchFamily="34" charset="-79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Narkisim" panose="020F0502020204030204" pitchFamily="34" charset="-79"/>
          <a:ea typeface="+mn-ea"/>
          <a:cs typeface="Narkisim" panose="020F0502020204030204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91CF48-8B07-2113-6FFC-A706B458A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8215"/>
            <a:ext cx="9144000" cy="1134753"/>
          </a:xfrm>
        </p:spPr>
        <p:txBody>
          <a:bodyPr/>
          <a:lstStyle/>
          <a:p>
            <a:r>
              <a:rPr lang="hu-HU" dirty="0"/>
              <a:t>Rücskös Szakáll Kincse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1809111-C3A7-969C-EF40-55CA9B7FE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09785"/>
            <a:ext cx="9144000" cy="685606"/>
          </a:xfrm>
        </p:spPr>
        <p:txBody>
          <a:bodyPr/>
          <a:lstStyle/>
          <a:p>
            <a:r>
              <a:rPr lang="hu-HU" dirty="0"/>
              <a:t>Készítette: Békési Panna, Szabó Gergő, Sajben Tamás</a:t>
            </a:r>
          </a:p>
        </p:txBody>
      </p:sp>
    </p:spTree>
    <p:extLst>
      <p:ext uri="{BB962C8B-B14F-4D97-AF65-F5344CB8AC3E}">
        <p14:creationId xmlns:p14="http://schemas.microsoft.com/office/powerpoint/2010/main" val="1025243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BECD6FC-C15F-F1EB-F518-D609567F2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Kinek készült a játék?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3BE247B-52EE-F667-A042-5CBBD805B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5-10 éves gyermekek számára</a:t>
            </a:r>
          </a:p>
          <a:p>
            <a:r>
              <a:rPr lang="hu-HU" dirty="0"/>
              <a:t>Logikai készségfejlesztés</a:t>
            </a:r>
          </a:p>
          <a:p>
            <a:r>
              <a:rPr lang="hu-HU" dirty="0"/>
              <a:t>Játékos tanulás</a:t>
            </a:r>
          </a:p>
        </p:txBody>
      </p:sp>
    </p:spTree>
    <p:extLst>
      <p:ext uri="{BB962C8B-B14F-4D97-AF65-F5344CB8AC3E}">
        <p14:creationId xmlns:p14="http://schemas.microsoft.com/office/powerpoint/2010/main" val="3108938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01D5C5-CF1E-914E-7F43-4F325B730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Hogyan működik?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44F9B68-2A14-954C-FB8A-C995D9D1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025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B45C0D-5ADF-E48F-004A-A728BF65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Fejlesztési folyamat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B183303-4CF0-4929-DEA0-C615ABF7A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6167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F11A9A4-CF6E-A726-7682-1D25F5A7F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Továbbfejlesztés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6436DA-101E-1C33-87F8-671A0870F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33251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5855D5-B5EC-BB84-DFB0-E059DF562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Fejlesztő csapat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59D2846-DC88-6729-E804-171D6F8BA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hu-HU" dirty="0"/>
              <a:t>Fejlesztés és tesztelés:</a:t>
            </a:r>
          </a:p>
          <a:p>
            <a:pPr lvl="1">
              <a:lnSpc>
                <a:spcPct val="100000"/>
              </a:lnSpc>
            </a:pPr>
            <a:r>
              <a:rPr lang="hu-HU" dirty="0"/>
              <a:t>Szabó Gergő és Sajben Tamás</a:t>
            </a:r>
            <a:br>
              <a:rPr lang="hu-HU" dirty="0"/>
            </a:br>
            <a:endParaRPr lang="hu-HU" dirty="0"/>
          </a:p>
          <a:p>
            <a:pPr>
              <a:lnSpc>
                <a:spcPct val="100000"/>
              </a:lnSpc>
            </a:pPr>
            <a:r>
              <a:rPr lang="hu-HU" dirty="0" err="1"/>
              <a:t>Resource</a:t>
            </a:r>
            <a:r>
              <a:rPr lang="hu-HU" dirty="0"/>
              <a:t> management és dokumentáció:</a:t>
            </a:r>
          </a:p>
          <a:p>
            <a:pPr lvl="1">
              <a:lnSpc>
                <a:spcPct val="100000"/>
              </a:lnSpc>
            </a:pPr>
            <a:r>
              <a:rPr lang="hu-HU" dirty="0"/>
              <a:t>Békési Panna</a:t>
            </a:r>
          </a:p>
        </p:txBody>
      </p:sp>
    </p:spTree>
    <p:extLst>
      <p:ext uri="{BB962C8B-B14F-4D97-AF65-F5344CB8AC3E}">
        <p14:creationId xmlns:p14="http://schemas.microsoft.com/office/powerpoint/2010/main" val="3831254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50FE6AB5-FF4F-42EF-9C89-2593686D6075}"/>
              </a:ext>
            </a:extLst>
          </p:cNvPr>
          <p:cNvSpPr txBox="1">
            <a:spLocks/>
          </p:cNvSpPr>
          <p:nvPr/>
        </p:nvSpPr>
        <p:spPr>
          <a:xfrm>
            <a:off x="1524000" y="4672583"/>
            <a:ext cx="9144000" cy="11599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rkisim" panose="020E0502050101010101" pitchFamily="34" charset="-79"/>
                <a:ea typeface="+mj-ea"/>
                <a:cs typeface="Narkisim" panose="020E0502050101010101" pitchFamily="34" charset="-79"/>
              </a:defRPr>
            </a:lvl1pPr>
          </a:lstStyle>
          <a:p>
            <a:r>
              <a:rPr lang="hu-HU" dirty="0"/>
              <a:t>Köszönjük a figyelmet, </a:t>
            </a:r>
            <a:r>
              <a:rPr lang="hu-HU" dirty="0" err="1"/>
              <a:t>yarr</a:t>
            </a:r>
            <a:r>
              <a:rPr lang="hu-HU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814410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57</Words>
  <Application>Microsoft Office PowerPoint</Application>
  <PresentationFormat>Szélesvásznú</PresentationFormat>
  <Paragraphs>15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Aptos</vt:lpstr>
      <vt:lpstr>Arial</vt:lpstr>
      <vt:lpstr>Narkisim</vt:lpstr>
      <vt:lpstr>Office-téma</vt:lpstr>
      <vt:lpstr>Rücskös Szakáll Kincse</vt:lpstr>
      <vt:lpstr>Kinek készült a játék?</vt:lpstr>
      <vt:lpstr>Hogyan működik?</vt:lpstr>
      <vt:lpstr>Fejlesztési folyamat</vt:lpstr>
      <vt:lpstr>Továbbfejlesztés</vt:lpstr>
      <vt:lpstr>Fejlesztő csapat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Békési Panna</dc:creator>
  <cp:lastModifiedBy>Békési Panna</cp:lastModifiedBy>
  <cp:revision>1</cp:revision>
  <dcterms:created xsi:type="dcterms:W3CDTF">2026-01-26T13:05:39Z</dcterms:created>
  <dcterms:modified xsi:type="dcterms:W3CDTF">2026-01-26T14:20:20Z</dcterms:modified>
</cp:coreProperties>
</file>